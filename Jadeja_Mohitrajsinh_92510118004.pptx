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rajsinh Jadeja" userId="b34e48b2d369420c" providerId="LiveId" clId="{42DE671F-B2E9-494E-AE36-D936FCD18527}"/>
    <pc:docChg chg="modSld">
      <pc:chgData name="Mohitrajsinh Jadeja" userId="b34e48b2d369420c" providerId="LiveId" clId="{42DE671F-B2E9-494E-AE36-D936FCD18527}" dt="2025-10-19T17:18:13.542" v="6" actId="1076"/>
      <pc:docMkLst>
        <pc:docMk/>
      </pc:docMkLst>
      <pc:sldChg chg="modSp mod">
        <pc:chgData name="Mohitrajsinh Jadeja" userId="b34e48b2d369420c" providerId="LiveId" clId="{42DE671F-B2E9-494E-AE36-D936FCD18527}" dt="2025-10-19T17:18:13.542" v="6" actId="1076"/>
        <pc:sldMkLst>
          <pc:docMk/>
          <pc:sldMk cId="0" sldId="256"/>
        </pc:sldMkLst>
        <pc:spChg chg="mod">
          <ac:chgData name="Mohitrajsinh Jadeja" userId="b34e48b2d369420c" providerId="LiveId" clId="{42DE671F-B2E9-494E-AE36-D936FCD18527}" dt="2025-10-19T17:17:58.556" v="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hitrajsinh Jadeja" userId="b34e48b2d369420c" providerId="LiveId" clId="{42DE671F-B2E9-494E-AE36-D936FCD18527}" dt="2025-10-19T17:18:13.542" v="6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18518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rPr dirty="0"/>
              <a:t>Brain Tumor Detection using </a:t>
            </a:r>
            <a:endParaRPr lang="en-US" dirty="0"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rPr dirty="0"/>
              <a:t>Deep Learning (Custom CNN vs ResNet50)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705856"/>
            <a:ext cx="38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Jadeja Mohitrajsinh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 err="1"/>
              <a:t>Marwadi</a:t>
            </a:r>
            <a:r>
              <a:rPr dirty="0"/>
              <a:t>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Brain tumors cause significant morbidity and mortality.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Manual MRI analysis is time-consuming.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Deep learning automates tumor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Classify MRI brain images into Tumor vs No Tumor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Compare Custom CNN and ResNet50 models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Evaluate metrics: accuracy, recall, and interpretability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 Grad-CAM for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Dataset Overview</a:t>
            </a:r>
          </a:p>
        </p:txBody>
      </p:sp>
      <p:pic>
        <p:nvPicPr>
          <p:cNvPr id="4" name="Picture 3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Resize 224×224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Normalize intensities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CLAHE contrast enhancement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Augmentation: rotation, flip, elastic deformation.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Custom CNN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3 Conv blocks (32→64→128)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BatchNorm + ReLU + MaxPooling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Dropout (0.3–0.5)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GlobalAveragePooling + Dense layers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Sigmoid output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ResNet50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Pretrained on ImageNet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Unfreeze top 30 layers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Dual-branch head (GAP + GMP)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L2 Regularization &amp; Dropout(0.5)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Adam optimizer, LR=1e−4.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Training Progress</a:t>
            </a:r>
          </a:p>
        </p:txBody>
      </p:sp>
      <p:pic>
        <p:nvPicPr>
          <p:cNvPr id="4" name="Picture 3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486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Accuracy, Precision, Recall, F1-score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ROC-AUC for discrimination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Confusion matrix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Confusion Matrix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ROC Curve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Grad-CAM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Heatmaps show tumor localization.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Highlights diagnostic regions.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Improves model interpretability.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Misclassified Examples</a:t>
            </a:r>
          </a:p>
        </p:txBody>
      </p:sp>
      <p:pic>
        <p:nvPicPr>
          <p:cNvPr id="4" name="Picture 3" descr="misclassified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5486400" cy="37408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Results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Custom CNN: Accuracy 81%, AUC 0.81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ResNet50: Accuracy 89%, AUC 0.92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ResNet50 demonstrates higher robustness.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Transfer learning improved convergence.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Grad-CAM verified correct localization.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AI aids radiologists in MRI screening.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Small dataset; limited MRI modalities.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Expand to T1/T2/FLAIR sequences.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 federated learning for privacy.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Deploy lightweight ResNet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ResNet50 outperformed Custom CNN with higher AUC and interpretability.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Grad-CAM improved transparency.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AI-assisted MRI diagnosis is clinically feasible.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Office PowerPoint</Application>
  <PresentationFormat>Custom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Mohitrajsinh Jadeja</cp:lastModifiedBy>
  <cp:revision>1</cp:revision>
  <dcterms:created xsi:type="dcterms:W3CDTF">2013-01-27T09:14:16Z</dcterms:created>
  <dcterms:modified xsi:type="dcterms:W3CDTF">2025-10-19T17:18:13Z</dcterms:modified>
  <cp:category/>
</cp:coreProperties>
</file>